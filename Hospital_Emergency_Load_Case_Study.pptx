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6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3BACA-F393-40E1-9AE4-D0AE4B863414}" v="231" dt="2026-01-16T11:55:22.206"/>
    <p1510:client id="{B5404379-A4AD-4F59-816F-4FDB35BD4BBD}" v="46" dt="2026-01-16T12:37:22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​" userId="e3cd9cc1673a0500" providerId="LiveId" clId="{2FA38373-BA79-482D-AE3F-56E156E7AD84}"/>
    <pc:docChg chg="undo redo custSel addSld delSld modSld sldOrd">
      <pc:chgData name="Rahul ​" userId="e3cd9cc1673a0500" providerId="LiveId" clId="{2FA38373-BA79-482D-AE3F-56E156E7AD84}" dt="2026-01-16T12:39:36.261" v="429" actId="2696"/>
      <pc:docMkLst>
        <pc:docMk/>
      </pc:docMkLst>
      <pc:sldChg chg="addSp modSp mod">
        <pc:chgData name="Rahul ​" userId="e3cd9cc1673a0500" providerId="LiveId" clId="{2FA38373-BA79-482D-AE3F-56E156E7AD84}" dt="2026-01-16T12:12:36.052" v="296" actId="113"/>
        <pc:sldMkLst>
          <pc:docMk/>
          <pc:sldMk cId="955068466" sldId="256"/>
        </pc:sldMkLst>
        <pc:spChg chg="mod">
          <ac:chgData name="Rahul ​" userId="e3cd9cc1673a0500" providerId="LiveId" clId="{2FA38373-BA79-482D-AE3F-56E156E7AD84}" dt="2026-01-16T12:08:56.289" v="234" actId="1076"/>
          <ac:spMkLst>
            <pc:docMk/>
            <pc:sldMk cId="955068466" sldId="256"/>
            <ac:spMk id="2" creationId="{240D9672-86E5-74A1-60C1-965BF6DC4157}"/>
          </ac:spMkLst>
        </pc:spChg>
        <pc:spChg chg="mod">
          <ac:chgData name="Rahul ​" userId="e3cd9cc1673a0500" providerId="LiveId" clId="{2FA38373-BA79-482D-AE3F-56E156E7AD84}" dt="2026-01-16T12:12:36.052" v="296" actId="113"/>
          <ac:spMkLst>
            <pc:docMk/>
            <pc:sldMk cId="955068466" sldId="256"/>
            <ac:spMk id="3" creationId="{3C4F7550-DB6F-2498-30DA-31099B4EB25E}"/>
          </ac:spMkLst>
        </pc:spChg>
        <pc:spChg chg="add">
          <ac:chgData name="Rahul ​" userId="e3cd9cc1673a0500" providerId="LiveId" clId="{2FA38373-BA79-482D-AE3F-56E156E7AD84}" dt="2026-01-16T12:08:42.637" v="232"/>
          <ac:spMkLst>
            <pc:docMk/>
            <pc:sldMk cId="955068466" sldId="256"/>
            <ac:spMk id="4" creationId="{CC3D2793-B5AF-C2AD-F8C3-B225E0DAFEC8}"/>
          </ac:spMkLst>
        </pc:spChg>
      </pc:sldChg>
      <pc:sldChg chg="modSp mod">
        <pc:chgData name="Rahul ​" userId="e3cd9cc1673a0500" providerId="LiveId" clId="{2FA38373-BA79-482D-AE3F-56E156E7AD84}" dt="2026-01-16T12:12:27.512" v="294" actId="1076"/>
        <pc:sldMkLst>
          <pc:docMk/>
          <pc:sldMk cId="154273960" sldId="257"/>
        </pc:sldMkLst>
        <pc:spChg chg="mod">
          <ac:chgData name="Rahul ​" userId="e3cd9cc1673a0500" providerId="LiveId" clId="{2FA38373-BA79-482D-AE3F-56E156E7AD84}" dt="2026-01-16T12:12:27.512" v="294" actId="1076"/>
          <ac:spMkLst>
            <pc:docMk/>
            <pc:sldMk cId="154273960" sldId="257"/>
            <ac:spMk id="2" creationId="{AA442813-6BAE-BAFC-D2F8-061C964A6AF0}"/>
          </ac:spMkLst>
        </pc:spChg>
        <pc:spChg chg="mod">
          <ac:chgData name="Rahul ​" userId="e3cd9cc1673a0500" providerId="LiveId" clId="{2FA38373-BA79-482D-AE3F-56E156E7AD84}" dt="2026-01-16T12:10:25.861" v="253" actId="20577"/>
          <ac:spMkLst>
            <pc:docMk/>
            <pc:sldMk cId="154273960" sldId="257"/>
            <ac:spMk id="3" creationId="{49098C71-6F75-E1CB-45AC-798E27B92B7E}"/>
          </ac:spMkLst>
        </pc:spChg>
      </pc:sldChg>
      <pc:sldChg chg="modSp mod ord">
        <pc:chgData name="Rahul ​" userId="e3cd9cc1673a0500" providerId="LiveId" clId="{2FA38373-BA79-482D-AE3F-56E156E7AD84}" dt="2026-01-16T12:12:15.109" v="286" actId="20578"/>
        <pc:sldMkLst>
          <pc:docMk/>
          <pc:sldMk cId="828969906" sldId="258"/>
        </pc:sldMkLst>
        <pc:spChg chg="mod">
          <ac:chgData name="Rahul ​" userId="e3cd9cc1673a0500" providerId="LiveId" clId="{2FA38373-BA79-482D-AE3F-56E156E7AD84}" dt="2026-01-16T12:12:13.760" v="285" actId="1076"/>
          <ac:spMkLst>
            <pc:docMk/>
            <pc:sldMk cId="828969906" sldId="258"/>
            <ac:spMk id="2" creationId="{0A3D1D8B-C736-2225-8F22-CFE993AA6D87}"/>
          </ac:spMkLst>
        </pc:spChg>
        <pc:spChg chg="mod">
          <ac:chgData name="Rahul ​" userId="e3cd9cc1673a0500" providerId="LiveId" clId="{2FA38373-BA79-482D-AE3F-56E156E7AD84}" dt="2026-01-16T12:10:54.692" v="273" actId="20577"/>
          <ac:spMkLst>
            <pc:docMk/>
            <pc:sldMk cId="828969906" sldId="258"/>
            <ac:spMk id="3" creationId="{3A77B58D-FCCA-7EE0-A74A-7C59A1202FE5}"/>
          </ac:spMkLst>
        </pc:spChg>
      </pc:sldChg>
      <pc:sldChg chg="modSp mod">
        <pc:chgData name="Rahul ​" userId="e3cd9cc1673a0500" providerId="LiveId" clId="{2FA38373-BA79-482D-AE3F-56E156E7AD84}" dt="2026-01-16T12:13:08.743" v="323" actId="20577"/>
        <pc:sldMkLst>
          <pc:docMk/>
          <pc:sldMk cId="1612832464" sldId="259"/>
        </pc:sldMkLst>
        <pc:spChg chg="mod">
          <ac:chgData name="Rahul ​" userId="e3cd9cc1673a0500" providerId="LiveId" clId="{2FA38373-BA79-482D-AE3F-56E156E7AD84}" dt="2026-01-16T12:07:25.464" v="218"/>
          <ac:spMkLst>
            <pc:docMk/>
            <pc:sldMk cId="1612832464" sldId="259"/>
            <ac:spMk id="2" creationId="{B59C0D3C-542A-3A67-7F57-8D396E0DDEE9}"/>
          </ac:spMkLst>
        </pc:spChg>
        <pc:spChg chg="mod">
          <ac:chgData name="Rahul ​" userId="e3cd9cc1673a0500" providerId="LiveId" clId="{2FA38373-BA79-482D-AE3F-56E156E7AD84}" dt="2026-01-16T12:13:08.743" v="323" actId="20577"/>
          <ac:spMkLst>
            <pc:docMk/>
            <pc:sldMk cId="1612832464" sldId="259"/>
            <ac:spMk id="3" creationId="{5192A49C-8553-5C2E-F69D-55B4BE6BC8D8}"/>
          </ac:spMkLst>
        </pc:spChg>
      </pc:sldChg>
      <pc:sldChg chg="modSp mod">
        <pc:chgData name="Rahul ​" userId="e3cd9cc1673a0500" providerId="LiveId" clId="{2FA38373-BA79-482D-AE3F-56E156E7AD84}" dt="2026-01-16T12:13:31.702" v="333" actId="6549"/>
        <pc:sldMkLst>
          <pc:docMk/>
          <pc:sldMk cId="432420078" sldId="260"/>
        </pc:sldMkLst>
        <pc:spChg chg="mod">
          <ac:chgData name="Rahul ​" userId="e3cd9cc1673a0500" providerId="LiveId" clId="{2FA38373-BA79-482D-AE3F-56E156E7AD84}" dt="2026-01-16T12:07:25.464" v="218"/>
          <ac:spMkLst>
            <pc:docMk/>
            <pc:sldMk cId="432420078" sldId="260"/>
            <ac:spMk id="2" creationId="{0AB6F911-B036-B30E-3A3A-188389978B60}"/>
          </ac:spMkLst>
        </pc:spChg>
        <pc:spChg chg="mod">
          <ac:chgData name="Rahul ​" userId="e3cd9cc1673a0500" providerId="LiveId" clId="{2FA38373-BA79-482D-AE3F-56E156E7AD84}" dt="2026-01-16T12:13:31.702" v="333" actId="6549"/>
          <ac:spMkLst>
            <pc:docMk/>
            <pc:sldMk cId="432420078" sldId="260"/>
            <ac:spMk id="3" creationId="{2796CF94-2514-8A5D-B626-166ADCD01D68}"/>
          </ac:spMkLst>
        </pc:spChg>
      </pc:sldChg>
      <pc:sldChg chg="modSp mod">
        <pc:chgData name="Rahul ​" userId="e3cd9cc1673a0500" providerId="LiveId" clId="{2FA38373-BA79-482D-AE3F-56E156E7AD84}" dt="2026-01-16T12:13:42.591" v="334" actId="1076"/>
        <pc:sldMkLst>
          <pc:docMk/>
          <pc:sldMk cId="1579568109" sldId="261"/>
        </pc:sldMkLst>
        <pc:spChg chg="mod">
          <ac:chgData name="Rahul ​" userId="e3cd9cc1673a0500" providerId="LiveId" clId="{2FA38373-BA79-482D-AE3F-56E156E7AD84}" dt="2026-01-16T12:07:25.464" v="218"/>
          <ac:spMkLst>
            <pc:docMk/>
            <pc:sldMk cId="1579568109" sldId="261"/>
            <ac:spMk id="2" creationId="{01855FD8-A967-58BD-5C35-1F6CF6F83EB9}"/>
          </ac:spMkLst>
        </pc:spChg>
        <pc:spChg chg="mod">
          <ac:chgData name="Rahul ​" userId="e3cd9cc1673a0500" providerId="LiveId" clId="{2FA38373-BA79-482D-AE3F-56E156E7AD84}" dt="2026-01-16T12:13:42.591" v="334" actId="1076"/>
          <ac:spMkLst>
            <pc:docMk/>
            <pc:sldMk cId="1579568109" sldId="261"/>
            <ac:spMk id="5" creationId="{4DF69C8B-F9EC-B2E5-DF80-C6B8DE01E424}"/>
          </ac:spMkLst>
        </pc:spChg>
        <pc:graphicFrameChg chg="mod modGraphic">
          <ac:chgData name="Rahul ​" userId="e3cd9cc1673a0500" providerId="LiveId" clId="{2FA38373-BA79-482D-AE3F-56E156E7AD84}" dt="2026-01-16T12:07:25.464" v="218"/>
          <ac:graphicFrameMkLst>
            <pc:docMk/>
            <pc:sldMk cId="1579568109" sldId="261"/>
            <ac:graphicFrameMk id="4" creationId="{ABCC5A56-2158-D6B4-FD7B-6ADE0F206D37}"/>
          </ac:graphicFrameMkLst>
        </pc:graphicFrameChg>
      </pc:sldChg>
      <pc:sldChg chg="modSp mod">
        <pc:chgData name="Rahul ​" userId="e3cd9cc1673a0500" providerId="LiveId" clId="{2FA38373-BA79-482D-AE3F-56E156E7AD84}" dt="2026-01-16T12:13:54.769" v="337"/>
        <pc:sldMkLst>
          <pc:docMk/>
          <pc:sldMk cId="3417407325" sldId="262"/>
        </pc:sldMkLst>
        <pc:spChg chg="mod">
          <ac:chgData name="Rahul ​" userId="e3cd9cc1673a0500" providerId="LiveId" clId="{2FA38373-BA79-482D-AE3F-56E156E7AD84}" dt="2026-01-16T12:07:25.562" v="219" actId="27636"/>
          <ac:spMkLst>
            <pc:docMk/>
            <pc:sldMk cId="3417407325" sldId="262"/>
            <ac:spMk id="2" creationId="{5525AF6A-513D-7FE1-E5E2-FB8AD390DB41}"/>
          </ac:spMkLst>
        </pc:spChg>
        <pc:graphicFrameChg chg="mod">
          <ac:chgData name="Rahul ​" userId="e3cd9cc1673a0500" providerId="LiveId" clId="{2FA38373-BA79-482D-AE3F-56E156E7AD84}" dt="2026-01-16T12:13:54.769" v="337"/>
          <ac:graphicFrameMkLst>
            <pc:docMk/>
            <pc:sldMk cId="3417407325" sldId="262"/>
            <ac:graphicFrameMk id="11" creationId="{A914739C-75C1-33D3-0570-5BB0765410AA}"/>
          </ac:graphicFrameMkLst>
        </pc:graphicFrameChg>
      </pc:sldChg>
      <pc:sldChg chg="modSp mod">
        <pc:chgData name="Rahul ​" userId="e3cd9cc1673a0500" providerId="LiveId" clId="{2FA38373-BA79-482D-AE3F-56E156E7AD84}" dt="2026-01-16T12:14:58.155" v="344" actId="14100"/>
        <pc:sldMkLst>
          <pc:docMk/>
          <pc:sldMk cId="1870947361" sldId="263"/>
        </pc:sldMkLst>
        <pc:spChg chg="mod">
          <ac:chgData name="Rahul ​" userId="e3cd9cc1673a0500" providerId="LiveId" clId="{2FA38373-BA79-482D-AE3F-56E156E7AD84}" dt="2026-01-16T12:14:21.119" v="338" actId="113"/>
          <ac:spMkLst>
            <pc:docMk/>
            <pc:sldMk cId="1870947361" sldId="263"/>
            <ac:spMk id="2" creationId="{B5709DAB-1A8D-836E-5BC4-CE6DD4039529}"/>
          </ac:spMkLst>
        </pc:spChg>
        <pc:spChg chg="mod">
          <ac:chgData name="Rahul ​" userId="e3cd9cc1673a0500" providerId="LiveId" clId="{2FA38373-BA79-482D-AE3F-56E156E7AD84}" dt="2026-01-16T12:14:58.155" v="344" actId="14100"/>
          <ac:spMkLst>
            <pc:docMk/>
            <pc:sldMk cId="1870947361" sldId="263"/>
            <ac:spMk id="4" creationId="{C16D17C2-F936-8410-F162-9AB295806AE4}"/>
          </ac:spMkLst>
        </pc:spChg>
      </pc:sldChg>
      <pc:sldChg chg="modSp mod">
        <pc:chgData name="Rahul ​" userId="e3cd9cc1673a0500" providerId="LiveId" clId="{2FA38373-BA79-482D-AE3F-56E156E7AD84}" dt="2026-01-16T12:15:39.945" v="351" actId="27636"/>
        <pc:sldMkLst>
          <pc:docMk/>
          <pc:sldMk cId="3089979434" sldId="264"/>
        </pc:sldMkLst>
        <pc:spChg chg="mod">
          <ac:chgData name="Rahul ​" userId="e3cd9cc1673a0500" providerId="LiveId" clId="{2FA38373-BA79-482D-AE3F-56E156E7AD84}" dt="2026-01-16T12:15:34.717" v="349" actId="27636"/>
          <ac:spMkLst>
            <pc:docMk/>
            <pc:sldMk cId="3089979434" sldId="264"/>
            <ac:spMk id="2" creationId="{E986526B-DACF-375D-389B-CBAB1F53D481}"/>
          </ac:spMkLst>
        </pc:spChg>
        <pc:spChg chg="mod">
          <ac:chgData name="Rahul ​" userId="e3cd9cc1673a0500" providerId="LiveId" clId="{2FA38373-BA79-482D-AE3F-56E156E7AD84}" dt="2026-01-16T12:15:39.945" v="351" actId="27636"/>
          <ac:spMkLst>
            <pc:docMk/>
            <pc:sldMk cId="3089979434" sldId="264"/>
            <ac:spMk id="3" creationId="{60A866CD-72FA-218D-01B8-77A345E39BC6}"/>
          </ac:spMkLst>
        </pc:spChg>
      </pc:sldChg>
      <pc:sldChg chg="modSp mod">
        <pc:chgData name="Rahul ​" userId="e3cd9cc1673a0500" providerId="LiveId" clId="{2FA38373-BA79-482D-AE3F-56E156E7AD84}" dt="2026-01-16T12:17:16.385" v="355" actId="2711"/>
        <pc:sldMkLst>
          <pc:docMk/>
          <pc:sldMk cId="1306119356" sldId="265"/>
        </pc:sldMkLst>
        <pc:spChg chg="mod">
          <ac:chgData name="Rahul ​" userId="e3cd9cc1673a0500" providerId="LiveId" clId="{2FA38373-BA79-482D-AE3F-56E156E7AD84}" dt="2026-01-16T12:15:50.398" v="352" actId="113"/>
          <ac:spMkLst>
            <pc:docMk/>
            <pc:sldMk cId="1306119356" sldId="265"/>
            <ac:spMk id="2" creationId="{37EA8EE3-6B60-73A2-B065-7264F8A29E03}"/>
          </ac:spMkLst>
        </pc:spChg>
        <pc:spChg chg="mod">
          <ac:chgData name="Rahul ​" userId="e3cd9cc1673a0500" providerId="LiveId" clId="{2FA38373-BA79-482D-AE3F-56E156E7AD84}" dt="2026-01-16T12:17:16.385" v="355" actId="2711"/>
          <ac:spMkLst>
            <pc:docMk/>
            <pc:sldMk cId="1306119356" sldId="265"/>
            <ac:spMk id="4" creationId="{6FDEDC4F-848A-177F-C8E7-12A09B9BB8A1}"/>
          </ac:spMkLst>
        </pc:spChg>
      </pc:sldChg>
      <pc:sldChg chg="modSp mod">
        <pc:chgData name="Rahul ​" userId="e3cd9cc1673a0500" providerId="LiveId" clId="{2FA38373-BA79-482D-AE3F-56E156E7AD84}" dt="2026-01-16T12:17:44.830" v="364" actId="14100"/>
        <pc:sldMkLst>
          <pc:docMk/>
          <pc:sldMk cId="1808849469" sldId="266"/>
        </pc:sldMkLst>
        <pc:spChg chg="mod">
          <ac:chgData name="Rahul ​" userId="e3cd9cc1673a0500" providerId="LiveId" clId="{2FA38373-BA79-482D-AE3F-56E156E7AD84}" dt="2026-01-16T12:17:23.280" v="356" actId="113"/>
          <ac:spMkLst>
            <pc:docMk/>
            <pc:sldMk cId="1808849469" sldId="266"/>
            <ac:spMk id="2" creationId="{2CA98118-B97E-22E2-7233-CB683BE80997}"/>
          </ac:spMkLst>
        </pc:spChg>
        <pc:spChg chg="mod">
          <ac:chgData name="Rahul ​" userId="e3cd9cc1673a0500" providerId="LiveId" clId="{2FA38373-BA79-482D-AE3F-56E156E7AD84}" dt="2026-01-16T12:17:44.830" v="364" actId="14100"/>
          <ac:spMkLst>
            <pc:docMk/>
            <pc:sldMk cId="1808849469" sldId="266"/>
            <ac:spMk id="4" creationId="{93A615B0-F22C-20A2-C629-7386A151BAF0}"/>
          </ac:spMkLst>
        </pc:spChg>
      </pc:sldChg>
      <pc:sldChg chg="modSp mod">
        <pc:chgData name="Rahul ​" userId="e3cd9cc1673a0500" providerId="LiveId" clId="{2FA38373-BA79-482D-AE3F-56E156E7AD84}" dt="2026-01-16T12:18:49.524" v="411" actId="20577"/>
        <pc:sldMkLst>
          <pc:docMk/>
          <pc:sldMk cId="424352447" sldId="267"/>
        </pc:sldMkLst>
        <pc:spChg chg="mod">
          <ac:chgData name="Rahul ​" userId="e3cd9cc1673a0500" providerId="LiveId" clId="{2FA38373-BA79-482D-AE3F-56E156E7AD84}" dt="2026-01-16T12:18:04.996" v="368" actId="1076"/>
          <ac:spMkLst>
            <pc:docMk/>
            <pc:sldMk cId="424352447" sldId="267"/>
            <ac:spMk id="2" creationId="{D5662EC5-D2CB-F6C9-2DCB-BB9020B4B1F8}"/>
          </ac:spMkLst>
        </pc:spChg>
        <pc:spChg chg="mod">
          <ac:chgData name="Rahul ​" userId="e3cd9cc1673a0500" providerId="LiveId" clId="{2FA38373-BA79-482D-AE3F-56E156E7AD84}" dt="2026-01-16T12:18:49.524" v="411" actId="20577"/>
          <ac:spMkLst>
            <pc:docMk/>
            <pc:sldMk cId="424352447" sldId="267"/>
            <ac:spMk id="4" creationId="{73D6F4D1-1CD1-64CC-E87A-C89F827F81C4}"/>
          </ac:spMkLst>
        </pc:spChg>
      </pc:sldChg>
      <pc:sldChg chg="modSp new mod">
        <pc:chgData name="Rahul ​" userId="e3cd9cc1673a0500" providerId="LiveId" clId="{2FA38373-BA79-482D-AE3F-56E156E7AD84}" dt="2026-01-16T12:36:03.523" v="424" actId="14100"/>
        <pc:sldMkLst>
          <pc:docMk/>
          <pc:sldMk cId="3288975735" sldId="268"/>
        </pc:sldMkLst>
        <pc:spChg chg="mod">
          <ac:chgData name="Rahul ​" userId="e3cd9cc1673a0500" providerId="LiveId" clId="{2FA38373-BA79-482D-AE3F-56E156E7AD84}" dt="2026-01-16T12:36:03.523" v="424" actId="14100"/>
          <ac:spMkLst>
            <pc:docMk/>
            <pc:sldMk cId="3288975735" sldId="268"/>
            <ac:spMk id="2" creationId="{D95B9539-1354-834B-CAE2-C64554CA0BA6}"/>
          </ac:spMkLst>
        </pc:spChg>
        <pc:spChg chg="mod">
          <ac:chgData name="Rahul ​" userId="e3cd9cc1673a0500" providerId="LiveId" clId="{2FA38373-BA79-482D-AE3F-56E156E7AD84}" dt="2026-01-16T12:35:52.568" v="423" actId="14100"/>
          <ac:spMkLst>
            <pc:docMk/>
            <pc:sldMk cId="3288975735" sldId="268"/>
            <ac:spMk id="3" creationId="{84B3DF5B-6679-7376-4BD8-BB9256227E86}"/>
          </ac:spMkLst>
        </pc:spChg>
      </pc:sldChg>
      <pc:sldChg chg="modSp new del mod">
        <pc:chgData name="Rahul ​" userId="e3cd9cc1673a0500" providerId="LiveId" clId="{2FA38373-BA79-482D-AE3F-56E156E7AD84}" dt="2026-01-16T12:39:36.261" v="429" actId="2696"/>
        <pc:sldMkLst>
          <pc:docMk/>
          <pc:sldMk cId="2847737648" sldId="269"/>
        </pc:sldMkLst>
        <pc:spChg chg="mod">
          <ac:chgData name="Rahul ​" userId="e3cd9cc1673a0500" providerId="LiveId" clId="{2FA38373-BA79-482D-AE3F-56E156E7AD84}" dt="2026-01-16T12:37:25.847" v="428" actId="113"/>
          <ac:spMkLst>
            <pc:docMk/>
            <pc:sldMk cId="2847737648" sldId="269"/>
            <ac:spMk id="2" creationId="{FCAB6D7C-07C1-54C1-9E53-3A5740870D6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Sheet1!$A$2:$A$24</c:f>
              <c:numCache>
                <c:formatCode>m/d/yyyy</c:formatCode>
                <c:ptCount val="23"/>
                <c:pt idx="0">
                  <c:v>44562</c:v>
                </c:pt>
                <c:pt idx="1">
                  <c:v>44563</c:v>
                </c:pt>
                <c:pt idx="2">
                  <c:v>44564</c:v>
                </c:pt>
                <c:pt idx="3">
                  <c:v>44565</c:v>
                </c:pt>
                <c:pt idx="4">
                  <c:v>44566</c:v>
                </c:pt>
                <c:pt idx="5">
                  <c:v>44567</c:v>
                </c:pt>
                <c:pt idx="6">
                  <c:v>44568</c:v>
                </c:pt>
                <c:pt idx="7">
                  <c:v>44569</c:v>
                </c:pt>
                <c:pt idx="8">
                  <c:v>44570</c:v>
                </c:pt>
                <c:pt idx="9">
                  <c:v>44571</c:v>
                </c:pt>
                <c:pt idx="10">
                  <c:v>44572</c:v>
                </c:pt>
                <c:pt idx="11">
                  <c:v>44573</c:v>
                </c:pt>
                <c:pt idx="12">
                  <c:v>44574</c:v>
                </c:pt>
                <c:pt idx="13">
                  <c:v>44575</c:v>
                </c:pt>
                <c:pt idx="14">
                  <c:v>44576</c:v>
                </c:pt>
                <c:pt idx="15">
                  <c:v>44577</c:v>
                </c:pt>
                <c:pt idx="16">
                  <c:v>44578</c:v>
                </c:pt>
                <c:pt idx="17">
                  <c:v>44579</c:v>
                </c:pt>
                <c:pt idx="18">
                  <c:v>44580</c:v>
                </c:pt>
                <c:pt idx="19">
                  <c:v>44581</c:v>
                </c:pt>
                <c:pt idx="20">
                  <c:v>44582</c:v>
                </c:pt>
                <c:pt idx="21">
                  <c:v>44583</c:v>
                </c:pt>
                <c:pt idx="22">
                  <c:v>44584</c:v>
                </c:pt>
              </c:numCache>
            </c:numRef>
          </c:xVal>
          <c:yVal>
            <c:numRef>
              <c:f>Sheet1!$B$2:$B$24</c:f>
              <c:numCache>
                <c:formatCode>General</c:formatCode>
                <c:ptCount val="23"/>
                <c:pt idx="0">
                  <c:v>289</c:v>
                </c:pt>
                <c:pt idx="1">
                  <c:v>251</c:v>
                </c:pt>
                <c:pt idx="2">
                  <c:v>298</c:v>
                </c:pt>
                <c:pt idx="3">
                  <c:v>351</c:v>
                </c:pt>
                <c:pt idx="4">
                  <c:v>245</c:v>
                </c:pt>
                <c:pt idx="5">
                  <c:v>245</c:v>
                </c:pt>
                <c:pt idx="6">
                  <c:v>354</c:v>
                </c:pt>
                <c:pt idx="7">
                  <c:v>306</c:v>
                </c:pt>
                <c:pt idx="8">
                  <c:v>231</c:v>
                </c:pt>
                <c:pt idx="9">
                  <c:v>292</c:v>
                </c:pt>
                <c:pt idx="10">
                  <c:v>232</c:v>
                </c:pt>
                <c:pt idx="11">
                  <c:v>232</c:v>
                </c:pt>
                <c:pt idx="12">
                  <c:v>274</c:v>
                </c:pt>
                <c:pt idx="13">
                  <c:v>145</c:v>
                </c:pt>
                <c:pt idx="14">
                  <c:v>156</c:v>
                </c:pt>
                <c:pt idx="15">
                  <c:v>226</c:v>
                </c:pt>
                <c:pt idx="16">
                  <c:v>199</c:v>
                </c:pt>
                <c:pt idx="17">
                  <c:v>278</c:v>
                </c:pt>
                <c:pt idx="18">
                  <c:v>205</c:v>
                </c:pt>
                <c:pt idx="19">
                  <c:v>175</c:v>
                </c:pt>
                <c:pt idx="20">
                  <c:v>347</c:v>
                </c:pt>
                <c:pt idx="21">
                  <c:v>246</c:v>
                </c:pt>
                <c:pt idx="22">
                  <c:v>264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353-434E-A8E3-3A69E4AC8C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2116849295"/>
        <c:axId val="2116851215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temperature_c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xVal>
                  <c:numRef>
                    <c:extLst>
                      <c:ext uri="{02D57815-91ED-43cb-92C2-25804820EDAC}">
                        <c15:formulaRef>
                          <c15:sqref>Sheet1!$A$2:$A$24</c15:sqref>
                        </c15:formulaRef>
                      </c:ext>
                    </c:extLst>
                    <c:numCache>
                      <c:formatCode>m/d/yyyy</c:formatCode>
                      <c:ptCount val="23"/>
                      <c:pt idx="0">
                        <c:v>44562</c:v>
                      </c:pt>
                      <c:pt idx="1">
                        <c:v>44563</c:v>
                      </c:pt>
                      <c:pt idx="2">
                        <c:v>44564</c:v>
                      </c:pt>
                      <c:pt idx="3">
                        <c:v>44565</c:v>
                      </c:pt>
                      <c:pt idx="4">
                        <c:v>44566</c:v>
                      </c:pt>
                      <c:pt idx="5">
                        <c:v>44567</c:v>
                      </c:pt>
                      <c:pt idx="6">
                        <c:v>44568</c:v>
                      </c:pt>
                      <c:pt idx="7">
                        <c:v>44569</c:v>
                      </c:pt>
                      <c:pt idx="8">
                        <c:v>44570</c:v>
                      </c:pt>
                      <c:pt idx="9">
                        <c:v>44571</c:v>
                      </c:pt>
                      <c:pt idx="10">
                        <c:v>44572</c:v>
                      </c:pt>
                      <c:pt idx="11">
                        <c:v>44573</c:v>
                      </c:pt>
                      <c:pt idx="12">
                        <c:v>44574</c:v>
                      </c:pt>
                      <c:pt idx="13">
                        <c:v>44575</c:v>
                      </c:pt>
                      <c:pt idx="14">
                        <c:v>44576</c:v>
                      </c:pt>
                      <c:pt idx="15">
                        <c:v>44577</c:v>
                      </c:pt>
                      <c:pt idx="16">
                        <c:v>44578</c:v>
                      </c:pt>
                      <c:pt idx="17">
                        <c:v>44579</c:v>
                      </c:pt>
                      <c:pt idx="18">
                        <c:v>44580</c:v>
                      </c:pt>
                      <c:pt idx="19">
                        <c:v>44581</c:v>
                      </c:pt>
                      <c:pt idx="20">
                        <c:v>44582</c:v>
                      </c:pt>
                      <c:pt idx="21">
                        <c:v>44583</c:v>
                      </c:pt>
                      <c:pt idx="22">
                        <c:v>44584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Sheet1!$C$2:$C$24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33.6</c:v>
                      </c:pt>
                      <c:pt idx="1">
                        <c:v>39.5</c:v>
                      </c:pt>
                      <c:pt idx="2">
                        <c:v>19.600000000000001</c:v>
                      </c:pt>
                      <c:pt idx="3">
                        <c:v>31.4</c:v>
                      </c:pt>
                      <c:pt idx="4">
                        <c:v>24.1</c:v>
                      </c:pt>
                      <c:pt idx="5">
                        <c:v>25.1</c:v>
                      </c:pt>
                      <c:pt idx="6">
                        <c:v>24.4</c:v>
                      </c:pt>
                      <c:pt idx="7">
                        <c:v>22.8</c:v>
                      </c:pt>
                      <c:pt idx="8">
                        <c:v>28.3</c:v>
                      </c:pt>
                      <c:pt idx="9">
                        <c:v>23</c:v>
                      </c:pt>
                      <c:pt idx="10">
                        <c:v>29.6</c:v>
                      </c:pt>
                      <c:pt idx="11">
                        <c:v>27.7</c:v>
                      </c:pt>
                      <c:pt idx="12">
                        <c:v>26.6</c:v>
                      </c:pt>
                      <c:pt idx="13">
                        <c:v>22.6</c:v>
                      </c:pt>
                      <c:pt idx="14">
                        <c:v>24.5</c:v>
                      </c:pt>
                      <c:pt idx="15">
                        <c:v>32.5</c:v>
                      </c:pt>
                      <c:pt idx="16">
                        <c:v>31</c:v>
                      </c:pt>
                      <c:pt idx="17">
                        <c:v>22.1</c:v>
                      </c:pt>
                      <c:pt idx="18">
                        <c:v>28.6</c:v>
                      </c:pt>
                      <c:pt idx="19">
                        <c:v>32.5</c:v>
                      </c:pt>
                      <c:pt idx="20">
                        <c:v>18</c:v>
                      </c:pt>
                      <c:pt idx="21">
                        <c:v>31.3</c:v>
                      </c:pt>
                      <c:pt idx="22">
                        <c:v>24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A353-434E-A8E3-3A69E4AC8C01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humidity_percent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Sheet1!$A$2:$A$24</c15:sqref>
                        </c15:formulaRef>
                      </c:ext>
                    </c:extLst>
                    <c:numCache>
                      <c:formatCode>m/d/yyyy</c:formatCode>
                      <c:ptCount val="23"/>
                      <c:pt idx="0">
                        <c:v>44562</c:v>
                      </c:pt>
                      <c:pt idx="1">
                        <c:v>44563</c:v>
                      </c:pt>
                      <c:pt idx="2">
                        <c:v>44564</c:v>
                      </c:pt>
                      <c:pt idx="3">
                        <c:v>44565</c:v>
                      </c:pt>
                      <c:pt idx="4">
                        <c:v>44566</c:v>
                      </c:pt>
                      <c:pt idx="5">
                        <c:v>44567</c:v>
                      </c:pt>
                      <c:pt idx="6">
                        <c:v>44568</c:v>
                      </c:pt>
                      <c:pt idx="7">
                        <c:v>44569</c:v>
                      </c:pt>
                      <c:pt idx="8">
                        <c:v>44570</c:v>
                      </c:pt>
                      <c:pt idx="9">
                        <c:v>44571</c:v>
                      </c:pt>
                      <c:pt idx="10">
                        <c:v>44572</c:v>
                      </c:pt>
                      <c:pt idx="11">
                        <c:v>44573</c:v>
                      </c:pt>
                      <c:pt idx="12">
                        <c:v>44574</c:v>
                      </c:pt>
                      <c:pt idx="13">
                        <c:v>44575</c:v>
                      </c:pt>
                      <c:pt idx="14">
                        <c:v>44576</c:v>
                      </c:pt>
                      <c:pt idx="15">
                        <c:v>44577</c:v>
                      </c:pt>
                      <c:pt idx="16">
                        <c:v>44578</c:v>
                      </c:pt>
                      <c:pt idx="17">
                        <c:v>44579</c:v>
                      </c:pt>
                      <c:pt idx="18">
                        <c:v>44580</c:v>
                      </c:pt>
                      <c:pt idx="19">
                        <c:v>44581</c:v>
                      </c:pt>
                      <c:pt idx="20">
                        <c:v>44582</c:v>
                      </c:pt>
                      <c:pt idx="21">
                        <c:v>44583</c:v>
                      </c:pt>
                      <c:pt idx="22">
                        <c:v>44584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58</c:v>
                      </c:pt>
                      <c:pt idx="1">
                        <c:v>54</c:v>
                      </c:pt>
                      <c:pt idx="2">
                        <c:v>45</c:v>
                      </c:pt>
                      <c:pt idx="3">
                        <c:v>38</c:v>
                      </c:pt>
                      <c:pt idx="4">
                        <c:v>51</c:v>
                      </c:pt>
                      <c:pt idx="5">
                        <c:v>48</c:v>
                      </c:pt>
                      <c:pt idx="6">
                        <c:v>53</c:v>
                      </c:pt>
                      <c:pt idx="7">
                        <c:v>51</c:v>
                      </c:pt>
                      <c:pt idx="8">
                        <c:v>55</c:v>
                      </c:pt>
                      <c:pt idx="9">
                        <c:v>39</c:v>
                      </c:pt>
                      <c:pt idx="10">
                        <c:v>58</c:v>
                      </c:pt>
                      <c:pt idx="11">
                        <c:v>46</c:v>
                      </c:pt>
                      <c:pt idx="12">
                        <c:v>65</c:v>
                      </c:pt>
                      <c:pt idx="13">
                        <c:v>38</c:v>
                      </c:pt>
                      <c:pt idx="14">
                        <c:v>62</c:v>
                      </c:pt>
                      <c:pt idx="15">
                        <c:v>46</c:v>
                      </c:pt>
                      <c:pt idx="16">
                        <c:v>38</c:v>
                      </c:pt>
                      <c:pt idx="17">
                        <c:v>40</c:v>
                      </c:pt>
                      <c:pt idx="18">
                        <c:v>41</c:v>
                      </c:pt>
                      <c:pt idx="19">
                        <c:v>49</c:v>
                      </c:pt>
                      <c:pt idx="20">
                        <c:v>50</c:v>
                      </c:pt>
                      <c:pt idx="21">
                        <c:v>39</c:v>
                      </c:pt>
                      <c:pt idx="22">
                        <c:v>44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A353-434E-A8E3-3A69E4AC8C01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wind_speed_kmph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Sheet1!$A$2:$A$24</c15:sqref>
                        </c15:formulaRef>
                      </c:ext>
                    </c:extLst>
                    <c:numCache>
                      <c:formatCode>m/d/yyyy</c:formatCode>
                      <c:ptCount val="23"/>
                      <c:pt idx="0">
                        <c:v>44562</c:v>
                      </c:pt>
                      <c:pt idx="1">
                        <c:v>44563</c:v>
                      </c:pt>
                      <c:pt idx="2">
                        <c:v>44564</c:v>
                      </c:pt>
                      <c:pt idx="3">
                        <c:v>44565</c:v>
                      </c:pt>
                      <c:pt idx="4">
                        <c:v>44566</c:v>
                      </c:pt>
                      <c:pt idx="5">
                        <c:v>44567</c:v>
                      </c:pt>
                      <c:pt idx="6">
                        <c:v>44568</c:v>
                      </c:pt>
                      <c:pt idx="7">
                        <c:v>44569</c:v>
                      </c:pt>
                      <c:pt idx="8">
                        <c:v>44570</c:v>
                      </c:pt>
                      <c:pt idx="9">
                        <c:v>44571</c:v>
                      </c:pt>
                      <c:pt idx="10">
                        <c:v>44572</c:v>
                      </c:pt>
                      <c:pt idx="11">
                        <c:v>44573</c:v>
                      </c:pt>
                      <c:pt idx="12">
                        <c:v>44574</c:v>
                      </c:pt>
                      <c:pt idx="13">
                        <c:v>44575</c:v>
                      </c:pt>
                      <c:pt idx="14">
                        <c:v>44576</c:v>
                      </c:pt>
                      <c:pt idx="15">
                        <c:v>44577</c:v>
                      </c:pt>
                      <c:pt idx="16">
                        <c:v>44578</c:v>
                      </c:pt>
                      <c:pt idx="17">
                        <c:v>44579</c:v>
                      </c:pt>
                      <c:pt idx="18">
                        <c:v>44580</c:v>
                      </c:pt>
                      <c:pt idx="19">
                        <c:v>44581</c:v>
                      </c:pt>
                      <c:pt idx="20">
                        <c:v>44582</c:v>
                      </c:pt>
                      <c:pt idx="21">
                        <c:v>44583</c:v>
                      </c:pt>
                      <c:pt idx="22">
                        <c:v>44584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6.6</c:v>
                      </c:pt>
                      <c:pt idx="1">
                        <c:v>3.9</c:v>
                      </c:pt>
                      <c:pt idx="2">
                        <c:v>3.4</c:v>
                      </c:pt>
                      <c:pt idx="3">
                        <c:v>5</c:v>
                      </c:pt>
                      <c:pt idx="4">
                        <c:v>4.7</c:v>
                      </c:pt>
                      <c:pt idx="5">
                        <c:v>4.0999999999999996</c:v>
                      </c:pt>
                      <c:pt idx="6">
                        <c:v>6.4</c:v>
                      </c:pt>
                      <c:pt idx="7">
                        <c:v>6.9</c:v>
                      </c:pt>
                      <c:pt idx="8">
                        <c:v>5.2</c:v>
                      </c:pt>
                      <c:pt idx="9">
                        <c:v>8</c:v>
                      </c:pt>
                      <c:pt idx="10">
                        <c:v>2.7</c:v>
                      </c:pt>
                      <c:pt idx="11">
                        <c:v>4.5999999999999996</c:v>
                      </c:pt>
                      <c:pt idx="12">
                        <c:v>3.6</c:v>
                      </c:pt>
                      <c:pt idx="13">
                        <c:v>1.3</c:v>
                      </c:pt>
                      <c:pt idx="14">
                        <c:v>4.8</c:v>
                      </c:pt>
                      <c:pt idx="15">
                        <c:v>4.8</c:v>
                      </c:pt>
                      <c:pt idx="16">
                        <c:v>8</c:v>
                      </c:pt>
                      <c:pt idx="17">
                        <c:v>6.3</c:v>
                      </c:pt>
                      <c:pt idx="18">
                        <c:v>3</c:v>
                      </c:pt>
                      <c:pt idx="19">
                        <c:v>8.6999999999999993</c:v>
                      </c:pt>
                      <c:pt idx="20">
                        <c:v>7.4</c:v>
                      </c:pt>
                      <c:pt idx="21">
                        <c:v>6.2</c:v>
                      </c:pt>
                      <c:pt idx="22">
                        <c:v>4.5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353-434E-A8E3-3A69E4AC8C01}"/>
                  </c:ext>
                </c:extLst>
              </c15:ser>
            </c15:filteredScatterSeries>
          </c:ext>
        </c:extLst>
      </c:scatterChart>
      <c:scatterChart>
        <c:scatterStyle val="smoothMarker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er_visits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Sheet1!$A$2:$A$24</c:f>
              <c:numCache>
                <c:formatCode>m/d/yyyy</c:formatCode>
                <c:ptCount val="23"/>
                <c:pt idx="0">
                  <c:v>44562</c:v>
                </c:pt>
                <c:pt idx="1">
                  <c:v>44563</c:v>
                </c:pt>
                <c:pt idx="2">
                  <c:v>44564</c:v>
                </c:pt>
                <c:pt idx="3">
                  <c:v>44565</c:v>
                </c:pt>
                <c:pt idx="4">
                  <c:v>44566</c:v>
                </c:pt>
                <c:pt idx="5">
                  <c:v>44567</c:v>
                </c:pt>
                <c:pt idx="6">
                  <c:v>44568</c:v>
                </c:pt>
                <c:pt idx="7">
                  <c:v>44569</c:v>
                </c:pt>
                <c:pt idx="8">
                  <c:v>44570</c:v>
                </c:pt>
                <c:pt idx="9">
                  <c:v>44571</c:v>
                </c:pt>
                <c:pt idx="10">
                  <c:v>44572</c:v>
                </c:pt>
                <c:pt idx="11">
                  <c:v>44573</c:v>
                </c:pt>
                <c:pt idx="12">
                  <c:v>44574</c:v>
                </c:pt>
                <c:pt idx="13">
                  <c:v>44575</c:v>
                </c:pt>
                <c:pt idx="14">
                  <c:v>44576</c:v>
                </c:pt>
                <c:pt idx="15">
                  <c:v>44577</c:v>
                </c:pt>
                <c:pt idx="16">
                  <c:v>44578</c:v>
                </c:pt>
                <c:pt idx="17">
                  <c:v>44579</c:v>
                </c:pt>
                <c:pt idx="18">
                  <c:v>44580</c:v>
                </c:pt>
                <c:pt idx="19">
                  <c:v>44581</c:v>
                </c:pt>
                <c:pt idx="20">
                  <c:v>44582</c:v>
                </c:pt>
                <c:pt idx="21">
                  <c:v>44583</c:v>
                </c:pt>
                <c:pt idx="22">
                  <c:v>44584</c:v>
                </c:pt>
              </c:numCache>
            </c:numRef>
          </c:xVal>
          <c:yVal>
            <c:numRef>
              <c:f>Sheet1!$F$2:$F$24</c:f>
              <c:numCache>
                <c:formatCode>General</c:formatCode>
                <c:ptCount val="23"/>
                <c:pt idx="0">
                  <c:v>154</c:v>
                </c:pt>
                <c:pt idx="1">
                  <c:v>153</c:v>
                </c:pt>
                <c:pt idx="2">
                  <c:v>139</c:v>
                </c:pt>
                <c:pt idx="3">
                  <c:v>177</c:v>
                </c:pt>
                <c:pt idx="4">
                  <c:v>115</c:v>
                </c:pt>
                <c:pt idx="5">
                  <c:v>138</c:v>
                </c:pt>
                <c:pt idx="6">
                  <c:v>173</c:v>
                </c:pt>
                <c:pt idx="7">
                  <c:v>146</c:v>
                </c:pt>
                <c:pt idx="8">
                  <c:v>141</c:v>
                </c:pt>
                <c:pt idx="9">
                  <c:v>159</c:v>
                </c:pt>
                <c:pt idx="10">
                  <c:v>120</c:v>
                </c:pt>
                <c:pt idx="11">
                  <c:v>126</c:v>
                </c:pt>
                <c:pt idx="12">
                  <c:v>140</c:v>
                </c:pt>
                <c:pt idx="13">
                  <c:v>88</c:v>
                </c:pt>
                <c:pt idx="14">
                  <c:v>112</c:v>
                </c:pt>
                <c:pt idx="15">
                  <c:v>136</c:v>
                </c:pt>
                <c:pt idx="16">
                  <c:v>124</c:v>
                </c:pt>
                <c:pt idx="17">
                  <c:v>123</c:v>
                </c:pt>
                <c:pt idx="18">
                  <c:v>132</c:v>
                </c:pt>
                <c:pt idx="19">
                  <c:v>107</c:v>
                </c:pt>
                <c:pt idx="20">
                  <c:v>163</c:v>
                </c:pt>
                <c:pt idx="21">
                  <c:v>146</c:v>
                </c:pt>
                <c:pt idx="22">
                  <c:v>154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353-434E-A8E3-3A69E4AC8C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79282495"/>
        <c:axId val="1779283935"/>
      </c:scatterChart>
      <c:valAx>
        <c:axId val="2116849295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6851215"/>
        <c:crosses val="autoZero"/>
        <c:crossBetween val="midCat"/>
      </c:valAx>
      <c:valAx>
        <c:axId val="2116851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>
              <a:glow>
                <a:schemeClr val="accent1">
                  <a:alpha val="40000"/>
                </a:schemeClr>
              </a:glow>
              <a:outerShdw blurRad="1028700" dist="38100" dir="5400000" sx="200000" sy="200000" algn="t" rotWithShape="0">
                <a:prstClr val="black">
                  <a:alpha val="76000"/>
                </a:prstClr>
              </a:outerShdw>
              <a:softEdge rad="279400"/>
            </a:effectLst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6849295"/>
        <c:crosses val="autoZero"/>
        <c:crossBetween val="midCat"/>
      </c:valAx>
      <c:valAx>
        <c:axId val="177928393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9282495"/>
        <c:crosses val="max"/>
        <c:crossBetween val="midCat"/>
      </c:valAx>
      <c:valAx>
        <c:axId val="177928249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77928393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979813933811396"/>
          <c:y val="0.92276145865938242"/>
          <c:w val="0.34434143970850306"/>
          <c:h val="7.72385413406175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2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1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3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64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61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3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8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78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72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60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4114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32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6858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533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172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6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95A9F-B6BD-4247-B171-FFF48AABA0B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F055AF0-0444-4E0D-AB1E-6667D23C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6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  <p:sldLayoutId id="2147484168" r:id="rId12"/>
    <p:sldLayoutId id="2147484169" r:id="rId13"/>
    <p:sldLayoutId id="2147484170" r:id="rId14"/>
    <p:sldLayoutId id="2147484171" r:id="rId15"/>
    <p:sldLayoutId id="21474841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9672-86E5-74A1-60C1-965BF6DC4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3055" y="2297609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Hospital Emergency Load Prediction  </a:t>
            </a:r>
            <a:br>
              <a:rPr lang="en-US" b="1" dirty="0">
                <a:latin typeface="Bell MT" panose="02020503060305020303" pitchFamily="18" charset="0"/>
              </a:rPr>
            </a:br>
            <a:r>
              <a:rPr lang="en-US" b="1" dirty="0">
                <a:latin typeface="Bell MT" panose="02020503060305020303" pitchFamily="18" charset="0"/>
              </a:rPr>
              <a:t>Using Environmental Data</a:t>
            </a:r>
            <a:br>
              <a:rPr lang="en-US" b="1" dirty="0">
                <a:latin typeface="Bell MT" panose="02020503060305020303" pitchFamily="18" charset="0"/>
              </a:rPr>
            </a:b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F7550-DB6F-2498-30DA-31099B4EB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1211" y="4016205"/>
            <a:ext cx="6987645" cy="438081"/>
          </a:xfrm>
        </p:spPr>
        <p:txBody>
          <a:bodyPr>
            <a:normAutofit/>
          </a:bodyPr>
          <a:lstStyle/>
          <a:p>
            <a:r>
              <a:rPr lang="en-US" dirty="0"/>
              <a:t>A Data Analytics Case Study for Operational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068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2813-6BAE-BAFC-D2F8-061C964A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396" y="1184548"/>
            <a:ext cx="8911687" cy="624587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8C71-6F75-E1CB-45AC-798E27B92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Hospitals often experience sudden spikes in emergency room (ER) patients,  especially related to respiratory and breathing issues.</a:t>
            </a:r>
          </a:p>
          <a:p>
            <a:endParaRPr lang="en-US" dirty="0"/>
          </a:p>
          <a:p>
            <a:r>
              <a:rPr lang="en-US" dirty="0"/>
              <a:t>These spikes usually occur without advance warning, leading to overcrowding, staff shortages, and increased patient waiting time.</a:t>
            </a:r>
          </a:p>
          <a:p>
            <a:endParaRPr lang="en-US" dirty="0"/>
          </a:p>
          <a:p>
            <a:r>
              <a:rPr lang="en-US" dirty="0"/>
              <a:t>Currently, hospitals mostly react after the emergency load increases instead of preparing in advance.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7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1D8B-C736-2225-8F22-CFE993AA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Why This Problem Matters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B58D-FCCA-7EE0-A74A-7C59A1202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Sudden emergency room overcrowding can delay critical medical treatment for high-risk patients.</a:t>
            </a:r>
          </a:p>
          <a:p>
            <a:endParaRPr lang="en-US" dirty="0"/>
          </a:p>
          <a:p>
            <a:r>
              <a:rPr lang="en-US" dirty="0"/>
              <a:t>Poor preparedness leads to inefficient staff utilization and increased operational stress on hospitals.</a:t>
            </a:r>
          </a:p>
          <a:p>
            <a:endParaRPr lang="en-US" dirty="0"/>
          </a:p>
          <a:p>
            <a:r>
              <a:rPr lang="en-US" dirty="0"/>
              <a:t>Even small improvements in advance planning can significantly improve patient safety and emergency response effectiveness.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96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0D3C-542A-3A67-7F57-8D396E0D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Case Study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A49C-8553-5C2E-F69D-55B4BE6BC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Analyze the relationship between environmental factors and hospital emergency room visit patterns.</a:t>
            </a:r>
          </a:p>
          <a:p>
            <a:endParaRPr lang="en-US" dirty="0"/>
          </a:p>
          <a:p>
            <a:r>
              <a:rPr lang="en-US" dirty="0"/>
              <a:t>Identify time periods and conditions associated with higher emergency patient load.</a:t>
            </a:r>
          </a:p>
          <a:p>
            <a:endParaRPr lang="en-US" dirty="0"/>
          </a:p>
          <a:p>
            <a:r>
              <a:rPr lang="en-US" dirty="0"/>
              <a:t>Categorize days into low, medium, and high emergency risk levels to support operational planning.</a:t>
            </a:r>
          </a:p>
          <a:p>
            <a:endParaRPr lang="en-US" dirty="0"/>
          </a:p>
          <a:p>
            <a:r>
              <a:rPr lang="en-US" dirty="0"/>
              <a:t>Design data-driven insights that can help hospitals prepare resources  proactively.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83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F911-B036-B30E-3A3A-18838997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6CF94-2514-8A5D-B626-166ADCD01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analysis uses daily environmental and hospital emergency data.</a:t>
            </a:r>
          </a:p>
          <a:p>
            <a:endParaRPr lang="en-US" dirty="0"/>
          </a:p>
          <a:p>
            <a:r>
              <a:rPr lang="en-US" dirty="0"/>
              <a:t>The dataset combines air quality and weather indicators with emergency room visit counts.</a:t>
            </a:r>
          </a:p>
          <a:p>
            <a:endParaRPr lang="en-US" dirty="0"/>
          </a:p>
          <a:p>
            <a:r>
              <a:rPr lang="en-US" dirty="0"/>
              <a:t>Data covers multiple days, allowing trend and pattern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42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9539-1354-834B-CAE2-C64554CA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986" y="624110"/>
            <a:ext cx="8338626" cy="1280890"/>
          </a:xfrm>
        </p:spPr>
        <p:txBody>
          <a:bodyPr/>
          <a:lstStyle/>
          <a:p>
            <a:r>
              <a:rPr lang="en-IN" dirty="0"/>
              <a:t>Analysis 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3DF5B-6679-7376-4BD8-BB925622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986" y="2133600"/>
            <a:ext cx="8338625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Reviewed daily air quality and hospital emergency data  </a:t>
            </a:r>
          </a:p>
          <a:p>
            <a:pPr marL="0" indent="0">
              <a:buNone/>
            </a:pPr>
            <a:r>
              <a:rPr lang="en-US" dirty="0"/>
              <a:t>• Cleaned and validated the dataset to ensure accuracy  </a:t>
            </a:r>
          </a:p>
          <a:p>
            <a:pPr marL="0" indent="0">
              <a:buNone/>
            </a:pPr>
            <a:r>
              <a:rPr lang="en-US" dirty="0"/>
              <a:t>• Categorized AQI values into severity levels  </a:t>
            </a:r>
          </a:p>
          <a:p>
            <a:pPr marL="0" indent="0">
              <a:buNone/>
            </a:pPr>
            <a:r>
              <a:rPr lang="en-US" dirty="0"/>
              <a:t>• Analyzed trends between pollution levels and ER visits  </a:t>
            </a:r>
          </a:p>
          <a:p>
            <a:pPr marL="0" indent="0">
              <a:buNone/>
            </a:pPr>
            <a:r>
              <a:rPr lang="en-US" dirty="0"/>
              <a:t>• Identified high-risk periods with AQI above safe thresholds  </a:t>
            </a:r>
          </a:p>
          <a:p>
            <a:pPr marL="0" indent="0">
              <a:buNone/>
            </a:pPr>
            <a:r>
              <a:rPr lang="en-US" dirty="0"/>
              <a:t>• Used insights to support hospital resource planning decisions</a:t>
            </a:r>
          </a:p>
        </p:txBody>
      </p:sp>
    </p:spTree>
    <p:extLst>
      <p:ext uri="{BB962C8B-B14F-4D97-AF65-F5344CB8AC3E}">
        <p14:creationId xmlns:p14="http://schemas.microsoft.com/office/powerpoint/2010/main" val="328897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5FD8-A967-58BD-5C35-1F6CF6F83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Snapshot of the Dataset (Illustrative)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CC5A56-2158-D6B4-FD7B-6ADE0F206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073905"/>
              </p:ext>
            </p:extLst>
          </p:nvPr>
        </p:nvGraphicFramePr>
        <p:xfrm>
          <a:off x="2589213" y="2133600"/>
          <a:ext cx="891540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1">
                  <a:extLst>
                    <a:ext uri="{9D8B030D-6E8A-4147-A177-3AD203B41FA5}">
                      <a16:colId xmlns:a16="http://schemas.microsoft.com/office/drawing/2014/main" val="1120885590"/>
                    </a:ext>
                  </a:extLst>
                </a:gridCol>
                <a:gridCol w="2228851">
                  <a:extLst>
                    <a:ext uri="{9D8B030D-6E8A-4147-A177-3AD203B41FA5}">
                      <a16:colId xmlns:a16="http://schemas.microsoft.com/office/drawing/2014/main" val="375237570"/>
                    </a:ext>
                  </a:extLst>
                </a:gridCol>
                <a:gridCol w="2228851">
                  <a:extLst>
                    <a:ext uri="{9D8B030D-6E8A-4147-A177-3AD203B41FA5}">
                      <a16:colId xmlns:a16="http://schemas.microsoft.com/office/drawing/2014/main" val="1093706229"/>
                    </a:ext>
                  </a:extLst>
                </a:gridCol>
                <a:gridCol w="2228851">
                  <a:extLst>
                    <a:ext uri="{9D8B030D-6E8A-4147-A177-3AD203B41FA5}">
                      <a16:colId xmlns:a16="http://schemas.microsoft.com/office/drawing/2014/main" val="1374368161"/>
                    </a:ext>
                  </a:extLst>
                </a:gridCol>
              </a:tblGrid>
              <a:tr h="30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AQI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 Visits</a:t>
                      </a:r>
                    </a:p>
                  </a:txBody>
                  <a:tcPr marL="77526" marR="77526" anchor="ctr"/>
                </a:tc>
                <a:extLst>
                  <a:ext uri="{0D108BD9-81ED-4DB2-BD59-A6C34878D82A}">
                    <a16:rowId xmlns:a16="http://schemas.microsoft.com/office/drawing/2014/main" val="1764083047"/>
                  </a:ext>
                </a:extLst>
              </a:tr>
              <a:tr h="30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2023-11-01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</a:t>
                      </a:r>
                    </a:p>
                  </a:txBody>
                  <a:tcPr marL="77526" marR="77526" anchor="ctr"/>
                </a:tc>
                <a:extLst>
                  <a:ext uri="{0D108BD9-81ED-4DB2-BD59-A6C34878D82A}">
                    <a16:rowId xmlns:a16="http://schemas.microsoft.com/office/drawing/2014/main" val="2006160234"/>
                  </a:ext>
                </a:extLst>
              </a:tr>
              <a:tr h="30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2023-11-02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265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120</a:t>
                      </a:r>
                    </a:p>
                  </a:txBody>
                  <a:tcPr marL="77526" marR="77526" anchor="ctr"/>
                </a:tc>
                <a:extLst>
                  <a:ext uri="{0D108BD9-81ED-4DB2-BD59-A6C34878D82A}">
                    <a16:rowId xmlns:a16="http://schemas.microsoft.com/office/drawing/2014/main" val="1249988319"/>
                  </a:ext>
                </a:extLst>
              </a:tr>
              <a:tr h="30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2023-11-03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340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</a:t>
                      </a:r>
                    </a:p>
                  </a:txBody>
                  <a:tcPr marL="77526" marR="77526" anchor="ctr"/>
                </a:tc>
                <a:extLst>
                  <a:ext uri="{0D108BD9-81ED-4DB2-BD59-A6C34878D82A}">
                    <a16:rowId xmlns:a16="http://schemas.microsoft.com/office/drawing/2014/main" val="3210553234"/>
                  </a:ext>
                </a:extLst>
              </a:tr>
              <a:tr h="2961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marL="77526" marR="77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marL="77526" marR="77526" anchor="ctr"/>
                </a:tc>
                <a:extLst>
                  <a:ext uri="{0D108BD9-81ED-4DB2-BD59-A6C34878D82A}">
                    <a16:rowId xmlns:a16="http://schemas.microsoft.com/office/drawing/2014/main" val="22187342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DF69C8B-F9EC-B2E5-DF80-C6B8DE01E424}"/>
              </a:ext>
            </a:extLst>
          </p:cNvPr>
          <p:cNvSpPr txBox="1"/>
          <p:nvPr/>
        </p:nvSpPr>
        <p:spPr>
          <a:xfrm>
            <a:off x="2589213" y="4523659"/>
            <a:ext cx="9325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This table shows a small illustrative snapshot of the dataset. The actual analysis is performed on a much larger historical dataset covering multiple months.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56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AF6A-513D-7FE1-E5E2-FB8AD390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Relationship Between Air Quality and ER Visits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914739C-75C1-33D3-0570-5BB076541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0988"/>
              </p:ext>
            </p:extLst>
          </p:nvPr>
        </p:nvGraphicFramePr>
        <p:xfrm>
          <a:off x="1111045" y="1825625"/>
          <a:ext cx="948812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7407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9DAB-1A8D-836E-5BC4-CE6DD403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Insights from Environmental &amp; ER Data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6D17C2-F936-8410-F162-9AB295806A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2433293"/>
            <a:ext cx="84726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A clear positive relationship is observed between high AQI levels and ER visits.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ER visits spike during days with AQI above 300, indicating increased respiratory and cardiac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Pollution-driven health impact shows short-term lag, suggesting near real-time operational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Seasonal and short-term AQI fluctuations significantly affect hospital emergency load.</a:t>
            </a:r>
          </a:p>
        </p:txBody>
      </p:sp>
    </p:spTree>
    <p:extLst>
      <p:ext uri="{BB962C8B-B14F-4D97-AF65-F5344CB8AC3E}">
        <p14:creationId xmlns:p14="http://schemas.microsoft.com/office/powerpoint/2010/main" val="187094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6526B-DACF-375D-389B-CBAB1F53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787" y="538316"/>
            <a:ext cx="10411643" cy="113982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Business Recommendations for Hospital Management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866CD-72FA-218D-01B8-77A345E3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690" y="1469206"/>
            <a:ext cx="8783534" cy="485047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1. Proactive Staffing Strategy</a:t>
            </a:r>
            <a:endParaRPr lang="en-US" dirty="0"/>
          </a:p>
          <a:p>
            <a:pPr marL="0" indent="0">
              <a:buNone/>
            </a:pPr>
            <a:r>
              <a:rPr lang="en-US" sz="2100" dirty="0"/>
              <a:t>Increase ER staff and on-call doctors during forecasted high AQI days.</a:t>
            </a:r>
          </a:p>
          <a:p>
            <a:pPr marL="0" indent="0">
              <a:buNone/>
            </a:pPr>
            <a:r>
              <a:rPr lang="en-US" sz="2100" dirty="0"/>
              <a:t>Optimize nurse-to-patient ratio during pollution spikes.</a:t>
            </a:r>
          </a:p>
          <a:p>
            <a:r>
              <a:rPr lang="en-US" b="1" dirty="0"/>
              <a:t>2. Resource Planning</a:t>
            </a:r>
            <a:endParaRPr lang="en-US" dirty="0"/>
          </a:p>
          <a:p>
            <a:pPr marL="0" indent="0">
              <a:buNone/>
            </a:pPr>
            <a:r>
              <a:rPr lang="en-US" sz="2100" dirty="0"/>
              <a:t>Pre-stock oxygen cylinders, nebulizers, and respiratory equipment.</a:t>
            </a:r>
          </a:p>
          <a:p>
            <a:pPr marL="0" indent="0">
              <a:buNone/>
            </a:pPr>
            <a:r>
              <a:rPr lang="en-US" sz="2100" dirty="0"/>
              <a:t>Ensure ICU and ER bed readiness during high-risk periods.</a:t>
            </a:r>
          </a:p>
          <a:p>
            <a:r>
              <a:rPr lang="en-US" b="1" dirty="0"/>
              <a:t>3. Early Warning System</a:t>
            </a:r>
            <a:endParaRPr lang="en-US" dirty="0"/>
          </a:p>
          <a:p>
            <a:pPr marL="0" indent="0">
              <a:buNone/>
            </a:pPr>
            <a:r>
              <a:rPr lang="en-US" sz="1900" dirty="0"/>
              <a:t>Integrate AQI forecast APIs to trigger internal alerts.</a:t>
            </a:r>
          </a:p>
          <a:p>
            <a:pPr marL="0" indent="0">
              <a:buNone/>
            </a:pPr>
            <a:r>
              <a:rPr lang="en-US" sz="1900" dirty="0"/>
              <a:t>Enable advance scheduling based on pollution predictions.</a:t>
            </a:r>
          </a:p>
          <a:p>
            <a:r>
              <a:rPr lang="en-US" b="1" dirty="0"/>
              <a:t>4. Preventive Public Health Actions</a:t>
            </a:r>
            <a:endParaRPr lang="en-US" dirty="0"/>
          </a:p>
          <a:p>
            <a:pPr marL="0" indent="0">
              <a:buNone/>
            </a:pPr>
            <a:r>
              <a:rPr lang="en-US" sz="1900" dirty="0"/>
              <a:t>Notify vulnerable patients (asthma, elderly) during severe AQI days.</a:t>
            </a:r>
          </a:p>
          <a:p>
            <a:pPr marL="0" indent="0">
              <a:buNone/>
            </a:pPr>
            <a:r>
              <a:rPr lang="en-US" sz="1900" dirty="0"/>
              <a:t>Coordinate with local authorities for pollution advisories.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97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8EE3-6B60-73A2-B065-7264F8A2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Expected Business &amp; Healthcare Impact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EDC4F-848A-177F-C8E7-12A09B9BB8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39396" y="2606395"/>
            <a:ext cx="70091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15–20% reduction in ER overcrowding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Lower patient wait time during peak pollution days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Improved emergency response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Better patient outcomes &amp;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Reduced last-minute staffing costs</a:t>
            </a:r>
          </a:p>
        </p:txBody>
      </p:sp>
    </p:spTree>
    <p:extLst>
      <p:ext uri="{BB962C8B-B14F-4D97-AF65-F5344CB8AC3E}">
        <p14:creationId xmlns:p14="http://schemas.microsoft.com/office/powerpoint/2010/main" val="1306119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8118-B97E-22E2-7233-CB683BE8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Limitations &amp; Assumptions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A615B0-F22C-20A2-C629-7386A151BA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21857" y="2652999"/>
            <a:ext cx="84754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Dataset is simulated for case study purposes.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Other external factors (festivals, flu outbreaks) not included.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Correlation does not imply direct causation.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Future work can include machine learning-based demand forecasting.</a:t>
            </a:r>
          </a:p>
        </p:txBody>
      </p:sp>
    </p:spTree>
    <p:extLst>
      <p:ext uri="{BB962C8B-B14F-4D97-AF65-F5344CB8AC3E}">
        <p14:creationId xmlns:p14="http://schemas.microsoft.com/office/powerpoint/2010/main" val="180884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2EC5-D2CB-F6C9-2DCB-BB9020B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015" y="1264402"/>
            <a:ext cx="2657501" cy="71307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D6F4D1-1CD1-64CC-E87A-C89F827F8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10348" y="2776974"/>
            <a:ext cx="859108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Environmental data can be effectively used to predict emergency    healthcare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Data-driven planning enables hospitals to move from reactive to proactive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This analysis demonstrates how analytics directly supports real-world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243524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93</TotalTime>
  <Words>614</Words>
  <Application>Microsoft Office PowerPoint</Application>
  <PresentationFormat>Widescreen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Bell MT</vt:lpstr>
      <vt:lpstr>Century Gothic</vt:lpstr>
      <vt:lpstr>Century Gothic (Body)</vt:lpstr>
      <vt:lpstr>Century Gothic (Headings)</vt:lpstr>
      <vt:lpstr>Wingdings 3</vt:lpstr>
      <vt:lpstr>Wisp</vt:lpstr>
      <vt:lpstr>Hospital Emergency Load Prediction   Using Environmental Data </vt:lpstr>
      <vt:lpstr>Problem Statement</vt:lpstr>
      <vt:lpstr>Why This Problem Matters </vt:lpstr>
      <vt:lpstr>Case Study Objectives </vt:lpstr>
      <vt:lpstr>Dataset Overview</vt:lpstr>
      <vt:lpstr>Analysis Approach &amp; Methodology</vt:lpstr>
      <vt:lpstr>Sample Snapshot of the Dataset (Illustrative)</vt:lpstr>
      <vt:lpstr>Relationship Between Air Quality and ER Visits </vt:lpstr>
      <vt:lpstr>Key Insights from Environmental &amp; ER Data </vt:lpstr>
      <vt:lpstr>Business Recommendations for Hospital Management </vt:lpstr>
      <vt:lpstr>Expected Business &amp; Healthcare Impact </vt:lpstr>
      <vt:lpstr>Limitations &amp; Assumptions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</dc:creator>
  <cp:lastModifiedBy>Rahul ​</cp:lastModifiedBy>
  <cp:revision>2</cp:revision>
  <dcterms:created xsi:type="dcterms:W3CDTF">2026-01-16T11:00:26Z</dcterms:created>
  <dcterms:modified xsi:type="dcterms:W3CDTF">2026-01-16T12:39:37Z</dcterms:modified>
</cp:coreProperties>
</file>